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x="18288000" cy="10287000"/>
  <p:notesSz cx="6858000" cy="9144000"/>
  <p:embeddedFontLst>
    <p:embeddedFont>
      <p:font typeface="League Spartan" charset="1" panose="00000800000000000000"/>
      <p:regular r:id="rId14"/>
    </p:embeddedFont>
    <p:embeddedFont>
      <p:font typeface="Roboto Bold" charset="1" panose="02000000000000000000"/>
      <p:regular r:id="rId15"/>
    </p:embeddedFont>
    <p:embeddedFont>
      <p:font typeface="Poppins" charset="1" panose="00000500000000000000"/>
      <p:regular r:id="rId16"/>
    </p:embeddedFont>
    <p:embeddedFont>
      <p:font typeface="Roboto" charset="1" panose="02000000000000000000"/>
      <p:regular r:id="rId17"/>
    </p:embeddedFont>
    <p:embeddedFont>
      <p:font typeface="Poppins Bold" charset="1" panose="00000800000000000000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Relationship Id="rId3" Target="../media/image3.jpeg" Type="http://schemas.openxmlformats.org/officeDocument/2006/relationships/image"/><Relationship Id="rId4" Target="../media/image4.jpeg" Type="http://schemas.openxmlformats.org/officeDocument/2006/relationships/image"/><Relationship Id="rId5" Target="../media/image5.jpeg" Type="http://schemas.openxmlformats.org/officeDocument/2006/relationships/image"/><Relationship Id="rId6" Target="../media/image6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4220957" y="4506120"/>
            <a:ext cx="10476790" cy="14188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572"/>
              </a:lnSpc>
            </a:pPr>
            <a:r>
              <a:rPr lang="en-US" b="true" sz="8265">
                <a:solidFill>
                  <a:srgbClr val="004AAD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CIBERSEGURANÇA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-1130300" y="4057750"/>
            <a:ext cx="3086100" cy="2171499"/>
            <a:chOff x="0" y="0"/>
            <a:chExt cx="812800" cy="571917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2800" cy="571917"/>
            </a:xfrm>
            <a:custGeom>
              <a:avLst/>
              <a:gdLst/>
              <a:ahLst/>
              <a:cxnLst/>
              <a:rect r="r" b="b" t="t" l="l"/>
              <a:pathLst>
                <a:path h="571917" w="812800">
                  <a:moveTo>
                    <a:pt x="609600" y="0"/>
                  </a:moveTo>
                  <a:cubicBezTo>
                    <a:pt x="721824" y="0"/>
                    <a:pt x="812800" y="128028"/>
                    <a:pt x="812800" y="285959"/>
                  </a:cubicBezTo>
                  <a:cubicBezTo>
                    <a:pt x="812800" y="443889"/>
                    <a:pt x="721824" y="571917"/>
                    <a:pt x="609600" y="571917"/>
                  </a:cubicBezTo>
                  <a:lnTo>
                    <a:pt x="203200" y="571917"/>
                  </a:lnTo>
                  <a:cubicBezTo>
                    <a:pt x="90976" y="571917"/>
                    <a:pt x="0" y="443889"/>
                    <a:pt x="0" y="285959"/>
                  </a:cubicBezTo>
                  <a:cubicBezTo>
                    <a:pt x="0" y="128028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47625"/>
              <a:ext cx="812800" cy="61954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5663375" y="3544078"/>
            <a:ext cx="7744038" cy="9130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424"/>
              </a:lnSpc>
            </a:pPr>
            <a:r>
              <a:rPr lang="en-US" b="true" sz="5303">
                <a:solidFill>
                  <a:srgbClr val="303642"/>
                </a:solidFill>
                <a:latin typeface="Roboto Bold"/>
                <a:ea typeface="Roboto Bold"/>
                <a:cs typeface="Roboto Bold"/>
                <a:sym typeface="Roboto Bold"/>
              </a:rPr>
              <a:t> SEGURANÇA DIGITAL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16467343" y="4057750"/>
            <a:ext cx="3086100" cy="2171499"/>
            <a:chOff x="0" y="0"/>
            <a:chExt cx="812800" cy="571917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571917"/>
            </a:xfrm>
            <a:custGeom>
              <a:avLst/>
              <a:gdLst/>
              <a:ahLst/>
              <a:cxnLst/>
              <a:rect r="r" b="b" t="t" l="l"/>
              <a:pathLst>
                <a:path h="571917" w="812800">
                  <a:moveTo>
                    <a:pt x="609600" y="0"/>
                  </a:moveTo>
                  <a:cubicBezTo>
                    <a:pt x="721824" y="0"/>
                    <a:pt x="812800" y="128028"/>
                    <a:pt x="812800" y="285959"/>
                  </a:cubicBezTo>
                  <a:cubicBezTo>
                    <a:pt x="812800" y="443889"/>
                    <a:pt x="721824" y="571917"/>
                    <a:pt x="609600" y="571917"/>
                  </a:cubicBezTo>
                  <a:lnTo>
                    <a:pt x="203200" y="571917"/>
                  </a:lnTo>
                  <a:cubicBezTo>
                    <a:pt x="90976" y="571917"/>
                    <a:pt x="0" y="443889"/>
                    <a:pt x="0" y="285959"/>
                  </a:cubicBezTo>
                  <a:cubicBezTo>
                    <a:pt x="0" y="128028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47625"/>
              <a:ext cx="812800" cy="61954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357615" y="3913321"/>
            <a:ext cx="2960881" cy="2960544"/>
            <a:chOff x="0" y="0"/>
            <a:chExt cx="6350013" cy="6349289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-2" y="-1"/>
              <a:ext cx="6350000" cy="6349290"/>
            </a:xfrm>
            <a:custGeom>
              <a:avLst/>
              <a:gdLst/>
              <a:ahLst/>
              <a:cxnLst/>
              <a:rect r="r" b="b" t="t" l="l"/>
              <a:pathLst>
                <a:path h="6349290" w="6350000">
                  <a:moveTo>
                    <a:pt x="5589297" y="1006730"/>
                  </a:moveTo>
                  <a:cubicBezTo>
                    <a:pt x="5465117" y="791694"/>
                    <a:pt x="5239933" y="671386"/>
                    <a:pt x="5008285" y="671221"/>
                  </a:cubicBezTo>
                  <a:lnTo>
                    <a:pt x="5008323" y="671183"/>
                  </a:lnTo>
                  <a:cubicBezTo>
                    <a:pt x="4776675" y="670980"/>
                    <a:pt x="4551453" y="550686"/>
                    <a:pt x="4427311" y="335675"/>
                  </a:cubicBezTo>
                  <a:cubicBezTo>
                    <a:pt x="4242069" y="14784"/>
                    <a:pt x="3831782" y="-95135"/>
                    <a:pt x="3510892" y="90146"/>
                  </a:cubicBezTo>
                  <a:lnTo>
                    <a:pt x="3510841" y="90184"/>
                  </a:lnTo>
                  <a:lnTo>
                    <a:pt x="3510841" y="89980"/>
                  </a:lnTo>
                  <a:cubicBezTo>
                    <a:pt x="3311540" y="204801"/>
                    <a:pt x="3058606" y="213894"/>
                    <a:pt x="2844523" y="92495"/>
                  </a:cubicBezTo>
                  <a:cubicBezTo>
                    <a:pt x="2741495" y="31767"/>
                    <a:pt x="2624048" y="-177"/>
                    <a:pt x="2504455" y="1"/>
                  </a:cubicBezTo>
                  <a:cubicBezTo>
                    <a:pt x="2256157" y="1"/>
                    <a:pt x="2039393" y="134913"/>
                    <a:pt x="1923366" y="335433"/>
                  </a:cubicBezTo>
                  <a:lnTo>
                    <a:pt x="1923366" y="335395"/>
                  </a:lnTo>
                  <a:cubicBezTo>
                    <a:pt x="1807377" y="535877"/>
                    <a:pt x="1590563" y="670790"/>
                    <a:pt x="1342303" y="670790"/>
                  </a:cubicBezTo>
                  <a:cubicBezTo>
                    <a:pt x="971781" y="670790"/>
                    <a:pt x="671438" y="971132"/>
                    <a:pt x="671438" y="1341654"/>
                  </a:cubicBezTo>
                  <a:lnTo>
                    <a:pt x="671438" y="1341731"/>
                  </a:lnTo>
                  <a:lnTo>
                    <a:pt x="671235" y="1341654"/>
                  </a:lnTo>
                  <a:cubicBezTo>
                    <a:pt x="671032" y="1571537"/>
                    <a:pt x="552554" y="1795019"/>
                    <a:pt x="340654" y="1919771"/>
                  </a:cubicBezTo>
                  <a:cubicBezTo>
                    <a:pt x="236398" y="1978609"/>
                    <a:pt x="149886" y="2064406"/>
                    <a:pt x="90185" y="2168170"/>
                  </a:cubicBezTo>
                  <a:cubicBezTo>
                    <a:pt x="-33970" y="2383232"/>
                    <a:pt x="-25525" y="2638388"/>
                    <a:pt x="90147" y="2839111"/>
                  </a:cubicBezTo>
                  <a:lnTo>
                    <a:pt x="90109" y="2839111"/>
                  </a:lnTo>
                  <a:cubicBezTo>
                    <a:pt x="205691" y="3039797"/>
                    <a:pt x="214137" y="3294978"/>
                    <a:pt x="89982" y="3510014"/>
                  </a:cubicBezTo>
                  <a:cubicBezTo>
                    <a:pt x="-95248" y="3830867"/>
                    <a:pt x="14658" y="4241153"/>
                    <a:pt x="335549" y="4426434"/>
                  </a:cubicBezTo>
                  <a:lnTo>
                    <a:pt x="335587" y="4426472"/>
                  </a:lnTo>
                  <a:lnTo>
                    <a:pt x="335460" y="4426561"/>
                  </a:lnTo>
                  <a:cubicBezTo>
                    <a:pt x="535980" y="4542499"/>
                    <a:pt x="670829" y="4759313"/>
                    <a:pt x="670829" y="5007611"/>
                  </a:cubicBezTo>
                  <a:cubicBezTo>
                    <a:pt x="670829" y="5378134"/>
                    <a:pt x="971171" y="5678476"/>
                    <a:pt x="1341681" y="5678476"/>
                  </a:cubicBezTo>
                  <a:cubicBezTo>
                    <a:pt x="1589991" y="5678476"/>
                    <a:pt x="1806717" y="5813362"/>
                    <a:pt x="1922782" y="6013883"/>
                  </a:cubicBezTo>
                  <a:cubicBezTo>
                    <a:pt x="2038771" y="6214314"/>
                    <a:pt x="2255573" y="6349290"/>
                    <a:pt x="2503845" y="6349290"/>
                  </a:cubicBezTo>
                  <a:cubicBezTo>
                    <a:pt x="2623437" y="6349444"/>
                    <a:pt x="2740879" y="6317498"/>
                    <a:pt x="2843913" y="6256783"/>
                  </a:cubicBezTo>
                  <a:cubicBezTo>
                    <a:pt x="3057946" y="6135409"/>
                    <a:pt x="3310943" y="6144502"/>
                    <a:pt x="3510231" y="6259361"/>
                  </a:cubicBezTo>
                  <a:lnTo>
                    <a:pt x="3510231" y="6259120"/>
                  </a:lnTo>
                  <a:lnTo>
                    <a:pt x="3510270" y="6259196"/>
                  </a:lnTo>
                  <a:cubicBezTo>
                    <a:pt x="3831160" y="6444438"/>
                    <a:pt x="4241447" y="6334482"/>
                    <a:pt x="4426740" y="6013629"/>
                  </a:cubicBezTo>
                  <a:cubicBezTo>
                    <a:pt x="4550882" y="5798630"/>
                    <a:pt x="4776066" y="5678311"/>
                    <a:pt x="5007714" y="5678145"/>
                  </a:cubicBezTo>
                  <a:lnTo>
                    <a:pt x="5007663" y="5678057"/>
                  </a:lnTo>
                  <a:cubicBezTo>
                    <a:pt x="5239311" y="5677892"/>
                    <a:pt x="5464533" y="5557572"/>
                    <a:pt x="5588637" y="5342573"/>
                  </a:cubicBezTo>
                  <a:cubicBezTo>
                    <a:pt x="5649762" y="5236719"/>
                    <a:pt x="5678769" y="5121098"/>
                    <a:pt x="5678642" y="5007078"/>
                  </a:cubicBezTo>
                  <a:lnTo>
                    <a:pt x="5678731" y="5007154"/>
                  </a:lnTo>
                  <a:cubicBezTo>
                    <a:pt x="5678934" y="4783710"/>
                    <a:pt x="5790897" y="4566222"/>
                    <a:pt x="5991811" y="4439692"/>
                  </a:cubicBezTo>
                  <a:cubicBezTo>
                    <a:pt x="6100117" y="4382745"/>
                    <a:pt x="6194110" y="4295484"/>
                    <a:pt x="6259781" y="4181730"/>
                  </a:cubicBezTo>
                  <a:cubicBezTo>
                    <a:pt x="6383975" y="3966617"/>
                    <a:pt x="6375529" y="3711436"/>
                    <a:pt x="6259870" y="3510751"/>
                  </a:cubicBezTo>
                  <a:lnTo>
                    <a:pt x="6259908" y="3510751"/>
                  </a:lnTo>
                  <a:cubicBezTo>
                    <a:pt x="6144287" y="3310066"/>
                    <a:pt x="6135829" y="3054884"/>
                    <a:pt x="6259997" y="2839835"/>
                  </a:cubicBezTo>
                  <a:cubicBezTo>
                    <a:pt x="6445278" y="2518944"/>
                    <a:pt x="6335321" y="2108696"/>
                    <a:pt x="6014430" y="1923416"/>
                  </a:cubicBezTo>
                  <a:lnTo>
                    <a:pt x="6014379" y="1923365"/>
                  </a:lnTo>
                  <a:lnTo>
                    <a:pt x="6014506" y="1923327"/>
                  </a:lnTo>
                  <a:cubicBezTo>
                    <a:pt x="5815599" y="1808240"/>
                    <a:pt x="5681309" y="1593953"/>
                    <a:pt x="5679188" y="1348131"/>
                  </a:cubicBezTo>
                  <a:cubicBezTo>
                    <a:pt x="5680356" y="1232130"/>
                    <a:pt x="5651438" y="1114401"/>
                    <a:pt x="5589297" y="1006730"/>
                  </a:cubicBezTo>
                </a:path>
              </a:pathLst>
            </a:custGeom>
            <a:blipFill>
              <a:blip r:embed="rId3"/>
              <a:stretch>
                <a:fillRect l="0" t="-5" r="0" b="-5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5676618" y="3913321"/>
            <a:ext cx="2960881" cy="2960544"/>
            <a:chOff x="0" y="0"/>
            <a:chExt cx="6350013" cy="634928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-2" y="-1"/>
              <a:ext cx="6350000" cy="6349290"/>
            </a:xfrm>
            <a:custGeom>
              <a:avLst/>
              <a:gdLst/>
              <a:ahLst/>
              <a:cxnLst/>
              <a:rect r="r" b="b" t="t" l="l"/>
              <a:pathLst>
                <a:path h="6349290" w="6350000">
                  <a:moveTo>
                    <a:pt x="5589297" y="1006730"/>
                  </a:moveTo>
                  <a:cubicBezTo>
                    <a:pt x="5465117" y="791694"/>
                    <a:pt x="5239933" y="671386"/>
                    <a:pt x="5008285" y="671221"/>
                  </a:cubicBezTo>
                  <a:lnTo>
                    <a:pt x="5008323" y="671183"/>
                  </a:lnTo>
                  <a:cubicBezTo>
                    <a:pt x="4776675" y="670980"/>
                    <a:pt x="4551453" y="550686"/>
                    <a:pt x="4427311" y="335675"/>
                  </a:cubicBezTo>
                  <a:cubicBezTo>
                    <a:pt x="4242069" y="14784"/>
                    <a:pt x="3831782" y="-95135"/>
                    <a:pt x="3510892" y="90146"/>
                  </a:cubicBezTo>
                  <a:lnTo>
                    <a:pt x="3510841" y="90184"/>
                  </a:lnTo>
                  <a:lnTo>
                    <a:pt x="3510841" y="89980"/>
                  </a:lnTo>
                  <a:cubicBezTo>
                    <a:pt x="3311540" y="204801"/>
                    <a:pt x="3058606" y="213894"/>
                    <a:pt x="2844523" y="92495"/>
                  </a:cubicBezTo>
                  <a:cubicBezTo>
                    <a:pt x="2741495" y="31767"/>
                    <a:pt x="2624048" y="-177"/>
                    <a:pt x="2504455" y="1"/>
                  </a:cubicBezTo>
                  <a:cubicBezTo>
                    <a:pt x="2256157" y="1"/>
                    <a:pt x="2039393" y="134913"/>
                    <a:pt x="1923366" y="335433"/>
                  </a:cubicBezTo>
                  <a:lnTo>
                    <a:pt x="1923366" y="335395"/>
                  </a:lnTo>
                  <a:cubicBezTo>
                    <a:pt x="1807377" y="535877"/>
                    <a:pt x="1590563" y="670790"/>
                    <a:pt x="1342303" y="670790"/>
                  </a:cubicBezTo>
                  <a:cubicBezTo>
                    <a:pt x="971781" y="670790"/>
                    <a:pt x="671438" y="971132"/>
                    <a:pt x="671438" y="1341654"/>
                  </a:cubicBezTo>
                  <a:lnTo>
                    <a:pt x="671438" y="1341731"/>
                  </a:lnTo>
                  <a:lnTo>
                    <a:pt x="671235" y="1341654"/>
                  </a:lnTo>
                  <a:cubicBezTo>
                    <a:pt x="671032" y="1571537"/>
                    <a:pt x="552554" y="1795019"/>
                    <a:pt x="340654" y="1919771"/>
                  </a:cubicBezTo>
                  <a:cubicBezTo>
                    <a:pt x="236398" y="1978609"/>
                    <a:pt x="149886" y="2064406"/>
                    <a:pt x="90185" y="2168170"/>
                  </a:cubicBezTo>
                  <a:cubicBezTo>
                    <a:pt x="-33970" y="2383232"/>
                    <a:pt x="-25525" y="2638388"/>
                    <a:pt x="90147" y="2839111"/>
                  </a:cubicBezTo>
                  <a:lnTo>
                    <a:pt x="90109" y="2839111"/>
                  </a:lnTo>
                  <a:cubicBezTo>
                    <a:pt x="205691" y="3039797"/>
                    <a:pt x="214137" y="3294978"/>
                    <a:pt x="89982" y="3510014"/>
                  </a:cubicBezTo>
                  <a:cubicBezTo>
                    <a:pt x="-95248" y="3830867"/>
                    <a:pt x="14658" y="4241153"/>
                    <a:pt x="335549" y="4426434"/>
                  </a:cubicBezTo>
                  <a:lnTo>
                    <a:pt x="335587" y="4426472"/>
                  </a:lnTo>
                  <a:lnTo>
                    <a:pt x="335460" y="4426561"/>
                  </a:lnTo>
                  <a:cubicBezTo>
                    <a:pt x="535980" y="4542499"/>
                    <a:pt x="670829" y="4759313"/>
                    <a:pt x="670829" y="5007611"/>
                  </a:cubicBezTo>
                  <a:cubicBezTo>
                    <a:pt x="670829" y="5378134"/>
                    <a:pt x="971171" y="5678476"/>
                    <a:pt x="1341681" y="5678476"/>
                  </a:cubicBezTo>
                  <a:cubicBezTo>
                    <a:pt x="1589991" y="5678476"/>
                    <a:pt x="1806717" y="5813362"/>
                    <a:pt x="1922782" y="6013883"/>
                  </a:cubicBezTo>
                  <a:cubicBezTo>
                    <a:pt x="2038771" y="6214314"/>
                    <a:pt x="2255573" y="6349290"/>
                    <a:pt x="2503845" y="6349290"/>
                  </a:cubicBezTo>
                  <a:cubicBezTo>
                    <a:pt x="2623437" y="6349444"/>
                    <a:pt x="2740879" y="6317498"/>
                    <a:pt x="2843913" y="6256783"/>
                  </a:cubicBezTo>
                  <a:cubicBezTo>
                    <a:pt x="3057946" y="6135409"/>
                    <a:pt x="3310943" y="6144502"/>
                    <a:pt x="3510231" y="6259361"/>
                  </a:cubicBezTo>
                  <a:lnTo>
                    <a:pt x="3510231" y="6259120"/>
                  </a:lnTo>
                  <a:lnTo>
                    <a:pt x="3510270" y="6259196"/>
                  </a:lnTo>
                  <a:cubicBezTo>
                    <a:pt x="3831160" y="6444438"/>
                    <a:pt x="4241447" y="6334482"/>
                    <a:pt x="4426740" y="6013629"/>
                  </a:cubicBezTo>
                  <a:cubicBezTo>
                    <a:pt x="4550882" y="5798630"/>
                    <a:pt x="4776066" y="5678311"/>
                    <a:pt x="5007714" y="5678145"/>
                  </a:cubicBezTo>
                  <a:lnTo>
                    <a:pt x="5007663" y="5678057"/>
                  </a:lnTo>
                  <a:cubicBezTo>
                    <a:pt x="5239311" y="5677892"/>
                    <a:pt x="5464533" y="5557572"/>
                    <a:pt x="5588637" y="5342573"/>
                  </a:cubicBezTo>
                  <a:cubicBezTo>
                    <a:pt x="5649762" y="5236719"/>
                    <a:pt x="5678769" y="5121098"/>
                    <a:pt x="5678642" y="5007078"/>
                  </a:cubicBezTo>
                  <a:lnTo>
                    <a:pt x="5678731" y="5007154"/>
                  </a:lnTo>
                  <a:cubicBezTo>
                    <a:pt x="5678934" y="4783710"/>
                    <a:pt x="5790897" y="4566222"/>
                    <a:pt x="5991811" y="4439692"/>
                  </a:cubicBezTo>
                  <a:cubicBezTo>
                    <a:pt x="6100117" y="4382745"/>
                    <a:pt x="6194110" y="4295484"/>
                    <a:pt x="6259781" y="4181730"/>
                  </a:cubicBezTo>
                  <a:cubicBezTo>
                    <a:pt x="6383975" y="3966617"/>
                    <a:pt x="6375529" y="3711436"/>
                    <a:pt x="6259870" y="3510751"/>
                  </a:cubicBezTo>
                  <a:lnTo>
                    <a:pt x="6259908" y="3510751"/>
                  </a:lnTo>
                  <a:cubicBezTo>
                    <a:pt x="6144287" y="3310066"/>
                    <a:pt x="6135829" y="3054884"/>
                    <a:pt x="6259997" y="2839835"/>
                  </a:cubicBezTo>
                  <a:cubicBezTo>
                    <a:pt x="6445278" y="2518944"/>
                    <a:pt x="6335321" y="2108696"/>
                    <a:pt x="6014430" y="1923416"/>
                  </a:cubicBezTo>
                  <a:lnTo>
                    <a:pt x="6014379" y="1923365"/>
                  </a:lnTo>
                  <a:lnTo>
                    <a:pt x="6014506" y="1923327"/>
                  </a:lnTo>
                  <a:cubicBezTo>
                    <a:pt x="5815599" y="1808240"/>
                    <a:pt x="5681309" y="1593953"/>
                    <a:pt x="5679188" y="1348131"/>
                  </a:cubicBezTo>
                  <a:cubicBezTo>
                    <a:pt x="5680356" y="1232130"/>
                    <a:pt x="5651438" y="1114401"/>
                    <a:pt x="5589297" y="1006730"/>
                  </a:cubicBezTo>
                </a:path>
              </a:pathLst>
            </a:custGeom>
            <a:blipFill>
              <a:blip r:embed="rId4"/>
              <a:stretch>
                <a:fillRect l="0" t="-6389" r="0" b="-26958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9999574" y="3913321"/>
            <a:ext cx="2960881" cy="2960544"/>
            <a:chOff x="0" y="0"/>
            <a:chExt cx="6350013" cy="6349289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-2" y="-1"/>
              <a:ext cx="6350000" cy="6349290"/>
            </a:xfrm>
            <a:custGeom>
              <a:avLst/>
              <a:gdLst/>
              <a:ahLst/>
              <a:cxnLst/>
              <a:rect r="r" b="b" t="t" l="l"/>
              <a:pathLst>
                <a:path h="6349290" w="6350000">
                  <a:moveTo>
                    <a:pt x="5589297" y="1006730"/>
                  </a:moveTo>
                  <a:cubicBezTo>
                    <a:pt x="5465117" y="791694"/>
                    <a:pt x="5239933" y="671386"/>
                    <a:pt x="5008285" y="671221"/>
                  </a:cubicBezTo>
                  <a:lnTo>
                    <a:pt x="5008323" y="671183"/>
                  </a:lnTo>
                  <a:cubicBezTo>
                    <a:pt x="4776675" y="670980"/>
                    <a:pt x="4551453" y="550686"/>
                    <a:pt x="4427311" y="335675"/>
                  </a:cubicBezTo>
                  <a:cubicBezTo>
                    <a:pt x="4242069" y="14784"/>
                    <a:pt x="3831782" y="-95135"/>
                    <a:pt x="3510892" y="90146"/>
                  </a:cubicBezTo>
                  <a:lnTo>
                    <a:pt x="3510841" y="90184"/>
                  </a:lnTo>
                  <a:lnTo>
                    <a:pt x="3510841" y="89980"/>
                  </a:lnTo>
                  <a:cubicBezTo>
                    <a:pt x="3311540" y="204801"/>
                    <a:pt x="3058606" y="213894"/>
                    <a:pt x="2844523" y="92495"/>
                  </a:cubicBezTo>
                  <a:cubicBezTo>
                    <a:pt x="2741495" y="31767"/>
                    <a:pt x="2624048" y="-177"/>
                    <a:pt x="2504455" y="1"/>
                  </a:cubicBezTo>
                  <a:cubicBezTo>
                    <a:pt x="2256157" y="1"/>
                    <a:pt x="2039393" y="134913"/>
                    <a:pt x="1923366" y="335433"/>
                  </a:cubicBezTo>
                  <a:lnTo>
                    <a:pt x="1923366" y="335395"/>
                  </a:lnTo>
                  <a:cubicBezTo>
                    <a:pt x="1807377" y="535877"/>
                    <a:pt x="1590563" y="670790"/>
                    <a:pt x="1342303" y="670790"/>
                  </a:cubicBezTo>
                  <a:cubicBezTo>
                    <a:pt x="971781" y="670790"/>
                    <a:pt x="671438" y="971132"/>
                    <a:pt x="671438" y="1341654"/>
                  </a:cubicBezTo>
                  <a:lnTo>
                    <a:pt x="671438" y="1341731"/>
                  </a:lnTo>
                  <a:lnTo>
                    <a:pt x="671235" y="1341654"/>
                  </a:lnTo>
                  <a:cubicBezTo>
                    <a:pt x="671032" y="1571537"/>
                    <a:pt x="552554" y="1795019"/>
                    <a:pt x="340654" y="1919771"/>
                  </a:cubicBezTo>
                  <a:cubicBezTo>
                    <a:pt x="236398" y="1978609"/>
                    <a:pt x="149886" y="2064406"/>
                    <a:pt x="90185" y="2168170"/>
                  </a:cubicBezTo>
                  <a:cubicBezTo>
                    <a:pt x="-33970" y="2383232"/>
                    <a:pt x="-25525" y="2638388"/>
                    <a:pt x="90147" y="2839111"/>
                  </a:cubicBezTo>
                  <a:lnTo>
                    <a:pt x="90109" y="2839111"/>
                  </a:lnTo>
                  <a:cubicBezTo>
                    <a:pt x="205691" y="3039797"/>
                    <a:pt x="214137" y="3294978"/>
                    <a:pt x="89982" y="3510014"/>
                  </a:cubicBezTo>
                  <a:cubicBezTo>
                    <a:pt x="-95248" y="3830867"/>
                    <a:pt x="14658" y="4241153"/>
                    <a:pt x="335549" y="4426434"/>
                  </a:cubicBezTo>
                  <a:lnTo>
                    <a:pt x="335587" y="4426472"/>
                  </a:lnTo>
                  <a:lnTo>
                    <a:pt x="335460" y="4426561"/>
                  </a:lnTo>
                  <a:cubicBezTo>
                    <a:pt x="535980" y="4542499"/>
                    <a:pt x="670829" y="4759313"/>
                    <a:pt x="670829" y="5007611"/>
                  </a:cubicBezTo>
                  <a:cubicBezTo>
                    <a:pt x="670829" y="5378134"/>
                    <a:pt x="971171" y="5678476"/>
                    <a:pt x="1341681" y="5678476"/>
                  </a:cubicBezTo>
                  <a:cubicBezTo>
                    <a:pt x="1589991" y="5678476"/>
                    <a:pt x="1806717" y="5813362"/>
                    <a:pt x="1922782" y="6013883"/>
                  </a:cubicBezTo>
                  <a:cubicBezTo>
                    <a:pt x="2038771" y="6214314"/>
                    <a:pt x="2255573" y="6349290"/>
                    <a:pt x="2503845" y="6349290"/>
                  </a:cubicBezTo>
                  <a:cubicBezTo>
                    <a:pt x="2623437" y="6349444"/>
                    <a:pt x="2740879" y="6317498"/>
                    <a:pt x="2843913" y="6256783"/>
                  </a:cubicBezTo>
                  <a:cubicBezTo>
                    <a:pt x="3057946" y="6135409"/>
                    <a:pt x="3310943" y="6144502"/>
                    <a:pt x="3510231" y="6259361"/>
                  </a:cubicBezTo>
                  <a:lnTo>
                    <a:pt x="3510231" y="6259120"/>
                  </a:lnTo>
                  <a:lnTo>
                    <a:pt x="3510270" y="6259196"/>
                  </a:lnTo>
                  <a:cubicBezTo>
                    <a:pt x="3831160" y="6444438"/>
                    <a:pt x="4241447" y="6334482"/>
                    <a:pt x="4426740" y="6013629"/>
                  </a:cubicBezTo>
                  <a:cubicBezTo>
                    <a:pt x="4550882" y="5798630"/>
                    <a:pt x="4776066" y="5678311"/>
                    <a:pt x="5007714" y="5678145"/>
                  </a:cubicBezTo>
                  <a:lnTo>
                    <a:pt x="5007663" y="5678057"/>
                  </a:lnTo>
                  <a:cubicBezTo>
                    <a:pt x="5239311" y="5677892"/>
                    <a:pt x="5464533" y="5557572"/>
                    <a:pt x="5588637" y="5342573"/>
                  </a:cubicBezTo>
                  <a:cubicBezTo>
                    <a:pt x="5649762" y="5236719"/>
                    <a:pt x="5678769" y="5121098"/>
                    <a:pt x="5678642" y="5007078"/>
                  </a:cubicBezTo>
                  <a:lnTo>
                    <a:pt x="5678731" y="5007154"/>
                  </a:lnTo>
                  <a:cubicBezTo>
                    <a:pt x="5678934" y="4783710"/>
                    <a:pt x="5790897" y="4566222"/>
                    <a:pt x="5991811" y="4439692"/>
                  </a:cubicBezTo>
                  <a:cubicBezTo>
                    <a:pt x="6100117" y="4382745"/>
                    <a:pt x="6194110" y="4295484"/>
                    <a:pt x="6259781" y="4181730"/>
                  </a:cubicBezTo>
                  <a:cubicBezTo>
                    <a:pt x="6383975" y="3966617"/>
                    <a:pt x="6375529" y="3711436"/>
                    <a:pt x="6259870" y="3510751"/>
                  </a:cubicBezTo>
                  <a:lnTo>
                    <a:pt x="6259908" y="3510751"/>
                  </a:lnTo>
                  <a:cubicBezTo>
                    <a:pt x="6144287" y="3310066"/>
                    <a:pt x="6135829" y="3054884"/>
                    <a:pt x="6259997" y="2839835"/>
                  </a:cubicBezTo>
                  <a:cubicBezTo>
                    <a:pt x="6445278" y="2518944"/>
                    <a:pt x="6335321" y="2108696"/>
                    <a:pt x="6014430" y="1923416"/>
                  </a:cubicBezTo>
                  <a:lnTo>
                    <a:pt x="6014379" y="1923365"/>
                  </a:lnTo>
                  <a:lnTo>
                    <a:pt x="6014506" y="1923327"/>
                  </a:lnTo>
                  <a:cubicBezTo>
                    <a:pt x="5815599" y="1808240"/>
                    <a:pt x="5681309" y="1593953"/>
                    <a:pt x="5679188" y="1348131"/>
                  </a:cubicBezTo>
                  <a:cubicBezTo>
                    <a:pt x="5680356" y="1232130"/>
                    <a:pt x="5651438" y="1114401"/>
                    <a:pt x="5589297" y="1006730"/>
                  </a:cubicBezTo>
                </a:path>
              </a:pathLst>
            </a:custGeom>
            <a:blipFill>
              <a:blip r:embed="rId5"/>
              <a:stretch>
                <a:fillRect l="0" t="-73542" r="0" b="-48565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14126795" y="3913321"/>
            <a:ext cx="2960881" cy="2960544"/>
            <a:chOff x="0" y="0"/>
            <a:chExt cx="6350013" cy="6349289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-2" y="-1"/>
              <a:ext cx="6350000" cy="6349290"/>
            </a:xfrm>
            <a:custGeom>
              <a:avLst/>
              <a:gdLst/>
              <a:ahLst/>
              <a:cxnLst/>
              <a:rect r="r" b="b" t="t" l="l"/>
              <a:pathLst>
                <a:path h="6349290" w="6350000">
                  <a:moveTo>
                    <a:pt x="5589297" y="1006730"/>
                  </a:moveTo>
                  <a:cubicBezTo>
                    <a:pt x="5465117" y="791694"/>
                    <a:pt x="5239933" y="671386"/>
                    <a:pt x="5008285" y="671221"/>
                  </a:cubicBezTo>
                  <a:lnTo>
                    <a:pt x="5008323" y="671183"/>
                  </a:lnTo>
                  <a:cubicBezTo>
                    <a:pt x="4776675" y="670980"/>
                    <a:pt x="4551453" y="550686"/>
                    <a:pt x="4427311" y="335675"/>
                  </a:cubicBezTo>
                  <a:cubicBezTo>
                    <a:pt x="4242069" y="14784"/>
                    <a:pt x="3831782" y="-95135"/>
                    <a:pt x="3510892" y="90146"/>
                  </a:cubicBezTo>
                  <a:lnTo>
                    <a:pt x="3510841" y="90184"/>
                  </a:lnTo>
                  <a:lnTo>
                    <a:pt x="3510841" y="89980"/>
                  </a:lnTo>
                  <a:cubicBezTo>
                    <a:pt x="3311540" y="204801"/>
                    <a:pt x="3058606" y="213894"/>
                    <a:pt x="2844523" y="92495"/>
                  </a:cubicBezTo>
                  <a:cubicBezTo>
                    <a:pt x="2741495" y="31767"/>
                    <a:pt x="2624048" y="-177"/>
                    <a:pt x="2504455" y="1"/>
                  </a:cubicBezTo>
                  <a:cubicBezTo>
                    <a:pt x="2256157" y="1"/>
                    <a:pt x="2039393" y="134913"/>
                    <a:pt x="1923366" y="335433"/>
                  </a:cubicBezTo>
                  <a:lnTo>
                    <a:pt x="1923366" y="335395"/>
                  </a:lnTo>
                  <a:cubicBezTo>
                    <a:pt x="1807377" y="535877"/>
                    <a:pt x="1590563" y="670790"/>
                    <a:pt x="1342303" y="670790"/>
                  </a:cubicBezTo>
                  <a:cubicBezTo>
                    <a:pt x="971781" y="670790"/>
                    <a:pt x="671438" y="971132"/>
                    <a:pt x="671438" y="1341654"/>
                  </a:cubicBezTo>
                  <a:lnTo>
                    <a:pt x="671438" y="1341731"/>
                  </a:lnTo>
                  <a:lnTo>
                    <a:pt x="671235" y="1341654"/>
                  </a:lnTo>
                  <a:cubicBezTo>
                    <a:pt x="671032" y="1571537"/>
                    <a:pt x="552554" y="1795019"/>
                    <a:pt x="340654" y="1919771"/>
                  </a:cubicBezTo>
                  <a:cubicBezTo>
                    <a:pt x="236398" y="1978609"/>
                    <a:pt x="149886" y="2064406"/>
                    <a:pt x="90185" y="2168170"/>
                  </a:cubicBezTo>
                  <a:cubicBezTo>
                    <a:pt x="-33970" y="2383232"/>
                    <a:pt x="-25525" y="2638388"/>
                    <a:pt x="90147" y="2839111"/>
                  </a:cubicBezTo>
                  <a:lnTo>
                    <a:pt x="90109" y="2839111"/>
                  </a:lnTo>
                  <a:cubicBezTo>
                    <a:pt x="205691" y="3039797"/>
                    <a:pt x="214137" y="3294978"/>
                    <a:pt x="89982" y="3510014"/>
                  </a:cubicBezTo>
                  <a:cubicBezTo>
                    <a:pt x="-95248" y="3830867"/>
                    <a:pt x="14658" y="4241153"/>
                    <a:pt x="335549" y="4426434"/>
                  </a:cubicBezTo>
                  <a:lnTo>
                    <a:pt x="335587" y="4426472"/>
                  </a:lnTo>
                  <a:lnTo>
                    <a:pt x="335460" y="4426561"/>
                  </a:lnTo>
                  <a:cubicBezTo>
                    <a:pt x="535980" y="4542499"/>
                    <a:pt x="670829" y="4759313"/>
                    <a:pt x="670829" y="5007611"/>
                  </a:cubicBezTo>
                  <a:cubicBezTo>
                    <a:pt x="670829" y="5378134"/>
                    <a:pt x="971171" y="5678476"/>
                    <a:pt x="1341681" y="5678476"/>
                  </a:cubicBezTo>
                  <a:cubicBezTo>
                    <a:pt x="1589991" y="5678476"/>
                    <a:pt x="1806717" y="5813362"/>
                    <a:pt x="1922782" y="6013883"/>
                  </a:cubicBezTo>
                  <a:cubicBezTo>
                    <a:pt x="2038771" y="6214314"/>
                    <a:pt x="2255573" y="6349290"/>
                    <a:pt x="2503845" y="6349290"/>
                  </a:cubicBezTo>
                  <a:cubicBezTo>
                    <a:pt x="2623437" y="6349444"/>
                    <a:pt x="2740879" y="6317498"/>
                    <a:pt x="2843913" y="6256783"/>
                  </a:cubicBezTo>
                  <a:cubicBezTo>
                    <a:pt x="3057946" y="6135409"/>
                    <a:pt x="3310943" y="6144502"/>
                    <a:pt x="3510231" y="6259361"/>
                  </a:cubicBezTo>
                  <a:lnTo>
                    <a:pt x="3510231" y="6259120"/>
                  </a:lnTo>
                  <a:lnTo>
                    <a:pt x="3510270" y="6259196"/>
                  </a:lnTo>
                  <a:cubicBezTo>
                    <a:pt x="3831160" y="6444438"/>
                    <a:pt x="4241447" y="6334482"/>
                    <a:pt x="4426740" y="6013629"/>
                  </a:cubicBezTo>
                  <a:cubicBezTo>
                    <a:pt x="4550882" y="5798630"/>
                    <a:pt x="4776066" y="5678311"/>
                    <a:pt x="5007714" y="5678145"/>
                  </a:cubicBezTo>
                  <a:lnTo>
                    <a:pt x="5007663" y="5678057"/>
                  </a:lnTo>
                  <a:cubicBezTo>
                    <a:pt x="5239311" y="5677892"/>
                    <a:pt x="5464533" y="5557572"/>
                    <a:pt x="5588637" y="5342573"/>
                  </a:cubicBezTo>
                  <a:cubicBezTo>
                    <a:pt x="5649762" y="5236719"/>
                    <a:pt x="5678769" y="5121098"/>
                    <a:pt x="5678642" y="5007078"/>
                  </a:cubicBezTo>
                  <a:lnTo>
                    <a:pt x="5678731" y="5007154"/>
                  </a:lnTo>
                  <a:cubicBezTo>
                    <a:pt x="5678934" y="4783710"/>
                    <a:pt x="5790897" y="4566222"/>
                    <a:pt x="5991811" y="4439692"/>
                  </a:cubicBezTo>
                  <a:cubicBezTo>
                    <a:pt x="6100117" y="4382745"/>
                    <a:pt x="6194110" y="4295484"/>
                    <a:pt x="6259781" y="4181730"/>
                  </a:cubicBezTo>
                  <a:cubicBezTo>
                    <a:pt x="6383975" y="3966617"/>
                    <a:pt x="6375529" y="3711436"/>
                    <a:pt x="6259870" y="3510751"/>
                  </a:cubicBezTo>
                  <a:lnTo>
                    <a:pt x="6259908" y="3510751"/>
                  </a:lnTo>
                  <a:cubicBezTo>
                    <a:pt x="6144287" y="3310066"/>
                    <a:pt x="6135829" y="3054884"/>
                    <a:pt x="6259997" y="2839835"/>
                  </a:cubicBezTo>
                  <a:cubicBezTo>
                    <a:pt x="6445278" y="2518944"/>
                    <a:pt x="6335321" y="2108696"/>
                    <a:pt x="6014430" y="1923416"/>
                  </a:cubicBezTo>
                  <a:lnTo>
                    <a:pt x="6014379" y="1923365"/>
                  </a:lnTo>
                  <a:lnTo>
                    <a:pt x="6014506" y="1923327"/>
                  </a:lnTo>
                  <a:cubicBezTo>
                    <a:pt x="5815599" y="1808240"/>
                    <a:pt x="5681309" y="1593953"/>
                    <a:pt x="5679188" y="1348131"/>
                  </a:cubicBezTo>
                  <a:cubicBezTo>
                    <a:pt x="5680356" y="1232130"/>
                    <a:pt x="5651438" y="1114401"/>
                    <a:pt x="5589297" y="1006730"/>
                  </a:cubicBezTo>
                </a:path>
              </a:pathLst>
            </a:custGeom>
            <a:blipFill>
              <a:blip r:embed="rId6"/>
              <a:stretch>
                <a:fillRect l="0" t="0" r="0" b="-33487"/>
              </a:stretch>
            </a:blip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5676618" y="1791504"/>
            <a:ext cx="6756386" cy="9672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940"/>
              </a:lnSpc>
            </a:pPr>
            <a:r>
              <a:rPr lang="en-US" b="true" sz="5672">
                <a:solidFill>
                  <a:srgbClr val="004AAD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PALESTRANTES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734290" y="7130827"/>
            <a:ext cx="4247608" cy="7914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07"/>
              </a:lnSpc>
            </a:pPr>
            <a:r>
              <a:rPr lang="en-US" sz="2219">
                <a:solidFill>
                  <a:srgbClr val="303642"/>
                </a:solidFill>
                <a:latin typeface="Poppins"/>
                <a:ea typeface="Poppins"/>
                <a:cs typeface="Poppins"/>
                <a:sym typeface="Poppins"/>
              </a:rPr>
              <a:t>Anselmo de Souza</a:t>
            </a:r>
          </a:p>
          <a:p>
            <a:pPr algn="ctr">
              <a:lnSpc>
                <a:spcPts val="3107"/>
              </a:lnSpc>
              <a:spcBef>
                <a:spcPct val="0"/>
              </a:spcBef>
            </a:pPr>
            <a:r>
              <a:rPr lang="en-US" sz="2219">
                <a:solidFill>
                  <a:srgbClr val="303642"/>
                </a:solidFill>
                <a:latin typeface="Poppins"/>
                <a:ea typeface="Poppins"/>
                <a:cs typeface="Poppins"/>
                <a:sym typeface="Poppins"/>
              </a:rPr>
              <a:t>Sistema da Informação 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5033255" y="7130827"/>
            <a:ext cx="4247608" cy="7914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07"/>
              </a:lnSpc>
            </a:pPr>
            <a:r>
              <a:rPr lang="en-US" sz="2219">
                <a:solidFill>
                  <a:srgbClr val="303642"/>
                </a:solidFill>
                <a:latin typeface="Poppins"/>
                <a:ea typeface="Poppins"/>
                <a:cs typeface="Poppins"/>
                <a:sym typeface="Poppins"/>
              </a:rPr>
              <a:t>Danielle Ignacio</a:t>
            </a:r>
          </a:p>
          <a:p>
            <a:pPr algn="ctr">
              <a:lnSpc>
                <a:spcPts val="3107"/>
              </a:lnSpc>
              <a:spcBef>
                <a:spcPct val="0"/>
              </a:spcBef>
            </a:pPr>
            <a:r>
              <a:rPr lang="en-US" sz="2219">
                <a:solidFill>
                  <a:srgbClr val="303642"/>
                </a:solidFill>
                <a:latin typeface="Poppins"/>
                <a:ea typeface="Poppins"/>
                <a:cs typeface="Poppins"/>
                <a:sym typeface="Poppins"/>
              </a:rPr>
              <a:t>Ciência da Computação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9356211" y="7130827"/>
            <a:ext cx="4247608" cy="7914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07"/>
              </a:lnSpc>
            </a:pPr>
            <a:r>
              <a:rPr lang="en-US" sz="2219">
                <a:solidFill>
                  <a:srgbClr val="303642"/>
                </a:solidFill>
                <a:latin typeface="Poppins"/>
                <a:ea typeface="Poppins"/>
                <a:cs typeface="Poppins"/>
                <a:sym typeface="Poppins"/>
              </a:rPr>
              <a:t>Guilheme Costa</a:t>
            </a:r>
          </a:p>
          <a:p>
            <a:pPr algn="ctr">
              <a:lnSpc>
                <a:spcPts val="3107"/>
              </a:lnSpc>
              <a:spcBef>
                <a:spcPct val="0"/>
              </a:spcBef>
            </a:pPr>
            <a:r>
              <a:rPr lang="en-US" sz="2219">
                <a:solidFill>
                  <a:srgbClr val="303642"/>
                </a:solidFill>
                <a:latin typeface="Poppins"/>
                <a:ea typeface="Poppins"/>
                <a:cs typeface="Poppins"/>
                <a:sym typeface="Poppins"/>
              </a:rPr>
              <a:t>Sistema da Informação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3680019" y="7130827"/>
            <a:ext cx="4247608" cy="7914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07"/>
              </a:lnSpc>
            </a:pPr>
            <a:r>
              <a:rPr lang="en-US" sz="2219">
                <a:solidFill>
                  <a:srgbClr val="303642"/>
                </a:solidFill>
                <a:latin typeface="Poppins"/>
                <a:ea typeface="Poppins"/>
                <a:cs typeface="Poppins"/>
                <a:sym typeface="Poppins"/>
              </a:rPr>
              <a:t>Paulo Mei</a:t>
            </a:r>
          </a:p>
          <a:p>
            <a:pPr algn="ctr">
              <a:lnSpc>
                <a:spcPts val="3107"/>
              </a:lnSpc>
              <a:spcBef>
                <a:spcPct val="0"/>
              </a:spcBef>
            </a:pPr>
            <a:r>
              <a:rPr lang="en-US" sz="2219">
                <a:solidFill>
                  <a:srgbClr val="303642"/>
                </a:solidFill>
                <a:latin typeface="Poppins"/>
                <a:ea typeface="Poppins"/>
                <a:cs typeface="Poppins"/>
                <a:sym typeface="Poppins"/>
              </a:rPr>
              <a:t>Ciência da Computação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257175" y="4140200"/>
            <a:ext cx="18802350" cy="2006600"/>
            <a:chOff x="0" y="0"/>
            <a:chExt cx="4952059" cy="52848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952059" cy="528487"/>
            </a:xfrm>
            <a:custGeom>
              <a:avLst/>
              <a:gdLst/>
              <a:ahLst/>
              <a:cxnLst/>
              <a:rect r="r" b="b" t="t" l="l"/>
              <a:pathLst>
                <a:path h="528487" w="4952059">
                  <a:moveTo>
                    <a:pt x="20999" y="0"/>
                  </a:moveTo>
                  <a:lnTo>
                    <a:pt x="4931060" y="0"/>
                  </a:lnTo>
                  <a:cubicBezTo>
                    <a:pt x="4936629" y="0"/>
                    <a:pt x="4941970" y="2212"/>
                    <a:pt x="4945909" y="6151"/>
                  </a:cubicBezTo>
                  <a:cubicBezTo>
                    <a:pt x="4949847" y="10089"/>
                    <a:pt x="4952059" y="15430"/>
                    <a:pt x="4952059" y="20999"/>
                  </a:cubicBezTo>
                  <a:lnTo>
                    <a:pt x="4952059" y="507488"/>
                  </a:lnTo>
                  <a:cubicBezTo>
                    <a:pt x="4952059" y="519086"/>
                    <a:pt x="4942658" y="528487"/>
                    <a:pt x="4931060" y="528487"/>
                  </a:cubicBezTo>
                  <a:lnTo>
                    <a:pt x="20999" y="528487"/>
                  </a:lnTo>
                  <a:cubicBezTo>
                    <a:pt x="15430" y="528487"/>
                    <a:pt x="10089" y="526275"/>
                    <a:pt x="6151" y="522337"/>
                  </a:cubicBezTo>
                  <a:cubicBezTo>
                    <a:pt x="2212" y="518399"/>
                    <a:pt x="0" y="513057"/>
                    <a:pt x="0" y="507488"/>
                  </a:cubicBezTo>
                  <a:lnTo>
                    <a:pt x="0" y="20999"/>
                  </a:lnTo>
                  <a:cubicBezTo>
                    <a:pt x="0" y="15430"/>
                    <a:pt x="2212" y="10089"/>
                    <a:pt x="6151" y="6151"/>
                  </a:cubicBezTo>
                  <a:cubicBezTo>
                    <a:pt x="10089" y="2212"/>
                    <a:pt x="15430" y="0"/>
                    <a:pt x="20999" y="0"/>
                  </a:cubicBez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4952059" cy="57611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5380686" y="2511849"/>
            <a:ext cx="7865557" cy="9672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940"/>
              </a:lnSpc>
            </a:pPr>
            <a:r>
              <a:rPr lang="en-US" b="true" sz="5672">
                <a:solidFill>
                  <a:srgbClr val="004AAD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CIBERSEGURANÇA ?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6077545" y="1335101"/>
            <a:ext cx="5871786" cy="6242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94"/>
              </a:lnSpc>
            </a:pPr>
            <a:r>
              <a:rPr lang="en-US" sz="3639">
                <a:solidFill>
                  <a:srgbClr val="303642"/>
                </a:solidFill>
                <a:latin typeface="Roboto"/>
                <a:ea typeface="Roboto"/>
                <a:cs typeface="Roboto"/>
                <a:sym typeface="Roboto"/>
              </a:rPr>
              <a:t>O QUE É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444870" y="4377335"/>
            <a:ext cx="5090756" cy="14466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40"/>
              </a:lnSpc>
            </a:pPr>
            <a:r>
              <a:rPr lang="en-US" b="true" sz="4172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SURGIMENTO DA PROTEÇÃO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711739" y="4377335"/>
            <a:ext cx="5069007" cy="14466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40"/>
              </a:lnSpc>
            </a:pPr>
            <a:r>
              <a:rPr lang="en-US" b="true" sz="4172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POPULARIZAÇÃO DO TERMO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961791" y="6952701"/>
            <a:ext cx="4573835" cy="9323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67"/>
              </a:lnSpc>
            </a:pPr>
            <a:r>
              <a:rPr lang="en-US" sz="2619">
                <a:solidFill>
                  <a:srgbClr val="303642"/>
                </a:solidFill>
                <a:latin typeface="Poppins"/>
                <a:ea typeface="Poppins"/>
                <a:cs typeface="Poppins"/>
                <a:sym typeface="Poppins"/>
              </a:rPr>
              <a:t>Nos anos 1970, na </a:t>
            </a:r>
            <a:r>
              <a:rPr lang="en-US" sz="2619" b="true">
                <a:solidFill>
                  <a:srgbClr val="004AAD"/>
                </a:solidFill>
                <a:latin typeface="Poppins Bold"/>
                <a:ea typeface="Poppins Bold"/>
                <a:cs typeface="Poppins Bold"/>
                <a:sym typeface="Poppins Bold"/>
              </a:rPr>
              <a:t>ARPANET</a:t>
            </a:r>
          </a:p>
          <a:p>
            <a:pPr algn="l" marL="587195" indent="-293598" lvl="1">
              <a:lnSpc>
                <a:spcPts val="3807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719">
                <a:solidFill>
                  <a:srgbClr val="004AAD"/>
                </a:solidFill>
                <a:latin typeface="Poppins Bold"/>
                <a:ea typeface="Poppins Bold"/>
                <a:cs typeface="Poppins Bold"/>
                <a:sym typeface="Poppins Bold"/>
              </a:rPr>
              <a:t>CREEPER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656539" y="6943176"/>
            <a:ext cx="5179407" cy="9075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27"/>
              </a:lnSpc>
              <a:spcBef>
                <a:spcPct val="0"/>
              </a:spcBef>
            </a:pPr>
            <a:r>
              <a:rPr lang="en-US" sz="2519">
                <a:solidFill>
                  <a:srgbClr val="303642"/>
                </a:solidFill>
                <a:latin typeface="Poppins"/>
                <a:ea typeface="Poppins"/>
                <a:cs typeface="Poppins"/>
                <a:sym typeface="Poppins"/>
              </a:rPr>
              <a:t>Nos anos 80 com a chegada dos primeiros </a:t>
            </a:r>
            <a:r>
              <a:rPr lang="en-US" b="true" sz="2519">
                <a:solidFill>
                  <a:srgbClr val="004AAD"/>
                </a:solidFill>
                <a:latin typeface="Poppins Bold"/>
                <a:ea typeface="Poppins Bold"/>
                <a:cs typeface="Poppins Bold"/>
                <a:sym typeface="Poppins Bold"/>
              </a:rPr>
              <a:t>vírus comerciais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028700" y="8997950"/>
            <a:ext cx="2514600" cy="260350"/>
            <a:chOff x="0" y="0"/>
            <a:chExt cx="662281" cy="6857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662281" cy="68570"/>
            </a:xfrm>
            <a:custGeom>
              <a:avLst/>
              <a:gdLst/>
              <a:ahLst/>
              <a:cxnLst/>
              <a:rect r="r" b="b" t="t" l="l"/>
              <a:pathLst>
                <a:path h="68570" w="662281">
                  <a:moveTo>
                    <a:pt x="0" y="0"/>
                  </a:moveTo>
                  <a:lnTo>
                    <a:pt x="662281" y="0"/>
                  </a:lnTo>
                  <a:lnTo>
                    <a:pt x="662281" y="68570"/>
                  </a:lnTo>
                  <a:lnTo>
                    <a:pt x="0" y="68570"/>
                  </a:ln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662281" cy="11619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0267950" y="806450"/>
            <a:ext cx="6773142" cy="8674100"/>
            <a:chOff x="0" y="0"/>
            <a:chExt cx="1783873" cy="2284537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783873" cy="2284537"/>
            </a:xfrm>
            <a:custGeom>
              <a:avLst/>
              <a:gdLst/>
              <a:ahLst/>
              <a:cxnLst/>
              <a:rect r="r" b="b" t="t" l="l"/>
              <a:pathLst>
                <a:path h="2284537" w="1783873">
                  <a:moveTo>
                    <a:pt x="58295" y="0"/>
                  </a:moveTo>
                  <a:lnTo>
                    <a:pt x="1725578" y="0"/>
                  </a:lnTo>
                  <a:cubicBezTo>
                    <a:pt x="1757774" y="0"/>
                    <a:pt x="1783873" y="26099"/>
                    <a:pt x="1783873" y="58295"/>
                  </a:cubicBezTo>
                  <a:lnTo>
                    <a:pt x="1783873" y="2226242"/>
                  </a:lnTo>
                  <a:cubicBezTo>
                    <a:pt x="1783873" y="2258437"/>
                    <a:pt x="1757774" y="2284537"/>
                    <a:pt x="1725578" y="2284537"/>
                  </a:cubicBezTo>
                  <a:lnTo>
                    <a:pt x="58295" y="2284537"/>
                  </a:lnTo>
                  <a:cubicBezTo>
                    <a:pt x="26099" y="2284537"/>
                    <a:pt x="0" y="2258437"/>
                    <a:pt x="0" y="2226242"/>
                  </a:cubicBezTo>
                  <a:lnTo>
                    <a:pt x="0" y="58295"/>
                  </a:lnTo>
                  <a:cubicBezTo>
                    <a:pt x="0" y="26099"/>
                    <a:pt x="26099" y="0"/>
                    <a:pt x="58295" y="0"/>
                  </a:cubicBez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1783873" cy="233216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8862583" y="1170451"/>
            <a:ext cx="1868266" cy="1868266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5E5E5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8862583" y="3275234"/>
            <a:ext cx="1868266" cy="1868266"/>
            <a:chOff x="0" y="0"/>
            <a:chExt cx="812800" cy="812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5E5E5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8862583" y="5420891"/>
            <a:ext cx="1868266" cy="1868266"/>
            <a:chOff x="0" y="0"/>
            <a:chExt cx="812800" cy="8128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5E5E5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8862583" y="7527282"/>
            <a:ext cx="1868266" cy="1868266"/>
            <a:chOff x="0" y="0"/>
            <a:chExt cx="812800" cy="8128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5E5E5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21" id="21"/>
          <p:cNvSpPr txBox="true"/>
          <p:nvPr/>
        </p:nvSpPr>
        <p:spPr>
          <a:xfrm rot="0">
            <a:off x="1028700" y="1494449"/>
            <a:ext cx="5589639" cy="11978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789"/>
              </a:lnSpc>
            </a:pPr>
            <a:r>
              <a:rPr lang="en-US" b="true" sz="6992">
                <a:solidFill>
                  <a:srgbClr val="004AAD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VÍRUS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963455" y="4397017"/>
            <a:ext cx="6047794" cy="13957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496"/>
              </a:lnSpc>
              <a:spcBef>
                <a:spcPct val="0"/>
              </a:spcBef>
            </a:pPr>
            <a:r>
              <a:rPr lang="en-US" sz="392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 que é um </a:t>
            </a:r>
            <a:r>
              <a:rPr lang="en-US" b="true" sz="3925">
                <a:solidFill>
                  <a:srgbClr val="004AAD"/>
                </a:solidFill>
                <a:latin typeface="Poppins Bold"/>
                <a:ea typeface="Poppins Bold"/>
                <a:cs typeface="Poppins Bold"/>
                <a:sym typeface="Poppins Bold"/>
              </a:rPr>
              <a:t>Vírus no Computador ?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8977298" y="1491184"/>
            <a:ext cx="1638836" cy="13359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002"/>
              </a:lnSpc>
            </a:pPr>
            <a:r>
              <a:rPr lang="en-US" sz="7859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1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8977298" y="3587609"/>
            <a:ext cx="1638836" cy="13359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002"/>
              </a:lnSpc>
            </a:pPr>
            <a:r>
              <a:rPr lang="en-US" b="true" sz="7859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2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8977298" y="5695950"/>
            <a:ext cx="1638836" cy="13359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002"/>
              </a:lnSpc>
            </a:pPr>
            <a:r>
              <a:rPr lang="en-US" sz="7859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3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0900249" y="1532549"/>
            <a:ext cx="5378054" cy="11561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25"/>
              </a:lnSpc>
              <a:spcBef>
                <a:spcPct val="0"/>
              </a:spcBef>
            </a:pPr>
            <a:r>
              <a:rPr lang="en-US" sz="3232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Spam &amp; Phishing: A mensagem/isca falsa 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0813359" y="3849414"/>
            <a:ext cx="6227733" cy="6246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45"/>
              </a:lnSpc>
              <a:spcBef>
                <a:spcPct val="0"/>
              </a:spcBef>
            </a:pPr>
            <a:r>
              <a:rPr lang="en-US" sz="3532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Trojan (Cavalo de  Tróia)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0856856" y="5466716"/>
            <a:ext cx="6026024" cy="17455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91"/>
              </a:lnSpc>
              <a:spcBef>
                <a:spcPct val="0"/>
              </a:spcBef>
            </a:pPr>
            <a:r>
              <a:rPr lang="en-US" sz="327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Spyware: O espião silencioso que rouba os dados do celular.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8977298" y="7792148"/>
            <a:ext cx="1638836" cy="13359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002"/>
              </a:lnSpc>
            </a:pPr>
            <a:r>
              <a:rPr lang="en-US" b="true" sz="7859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4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0900249" y="7835714"/>
            <a:ext cx="5508544" cy="11561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25"/>
              </a:lnSpc>
              <a:spcBef>
                <a:spcPct val="0"/>
              </a:spcBef>
            </a:pPr>
            <a:r>
              <a:rPr lang="en-US" sz="3232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Adware (O Vírus das Propagandas / Anúncios)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257175" y="4502250"/>
            <a:ext cx="18802350" cy="2006600"/>
            <a:chOff x="0" y="0"/>
            <a:chExt cx="4952059" cy="52848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952059" cy="528487"/>
            </a:xfrm>
            <a:custGeom>
              <a:avLst/>
              <a:gdLst/>
              <a:ahLst/>
              <a:cxnLst/>
              <a:rect r="r" b="b" t="t" l="l"/>
              <a:pathLst>
                <a:path h="528487" w="4952059">
                  <a:moveTo>
                    <a:pt x="20999" y="0"/>
                  </a:moveTo>
                  <a:lnTo>
                    <a:pt x="4931060" y="0"/>
                  </a:lnTo>
                  <a:cubicBezTo>
                    <a:pt x="4936629" y="0"/>
                    <a:pt x="4941970" y="2212"/>
                    <a:pt x="4945909" y="6151"/>
                  </a:cubicBezTo>
                  <a:cubicBezTo>
                    <a:pt x="4949847" y="10089"/>
                    <a:pt x="4952059" y="15430"/>
                    <a:pt x="4952059" y="20999"/>
                  </a:cubicBezTo>
                  <a:lnTo>
                    <a:pt x="4952059" y="507488"/>
                  </a:lnTo>
                  <a:cubicBezTo>
                    <a:pt x="4952059" y="519086"/>
                    <a:pt x="4942658" y="528487"/>
                    <a:pt x="4931060" y="528487"/>
                  </a:cubicBezTo>
                  <a:lnTo>
                    <a:pt x="20999" y="528487"/>
                  </a:lnTo>
                  <a:cubicBezTo>
                    <a:pt x="15430" y="528487"/>
                    <a:pt x="10089" y="526275"/>
                    <a:pt x="6151" y="522337"/>
                  </a:cubicBezTo>
                  <a:cubicBezTo>
                    <a:pt x="2212" y="518399"/>
                    <a:pt x="0" y="513057"/>
                    <a:pt x="0" y="507488"/>
                  </a:cubicBezTo>
                  <a:lnTo>
                    <a:pt x="0" y="20999"/>
                  </a:lnTo>
                  <a:cubicBezTo>
                    <a:pt x="0" y="15430"/>
                    <a:pt x="2212" y="10089"/>
                    <a:pt x="6151" y="6151"/>
                  </a:cubicBezTo>
                  <a:cubicBezTo>
                    <a:pt x="10089" y="2212"/>
                    <a:pt x="15430" y="0"/>
                    <a:pt x="20999" y="0"/>
                  </a:cubicBez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4952059" cy="57611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4732756" y="2632095"/>
            <a:ext cx="8822489" cy="9672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940"/>
              </a:lnSpc>
            </a:pPr>
            <a:r>
              <a:rPr lang="en-US" b="true" sz="5672">
                <a:solidFill>
                  <a:srgbClr val="004AAD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ENGENHARIA SOCIAL?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6208107" y="1579171"/>
            <a:ext cx="5871786" cy="6242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94"/>
              </a:lnSpc>
            </a:pPr>
            <a:r>
              <a:rPr lang="en-US" sz="3639">
                <a:solidFill>
                  <a:srgbClr val="303642"/>
                </a:solidFill>
                <a:latin typeface="Roboto"/>
                <a:ea typeface="Roboto"/>
                <a:cs typeface="Roboto"/>
                <a:sym typeface="Roboto"/>
              </a:rPr>
              <a:t>O QUE É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777715" y="5043550"/>
            <a:ext cx="3481370" cy="828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820"/>
              </a:lnSpc>
            </a:pPr>
            <a:r>
              <a:rPr lang="en-US" b="true" sz="4872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CONCEITO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6287785" y="4703825"/>
            <a:ext cx="5134253" cy="16244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540"/>
              </a:lnSpc>
            </a:pPr>
            <a:r>
              <a:rPr lang="en-US" b="true" sz="4672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ORIGEM DO TERMO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2451274" y="4703825"/>
            <a:ext cx="5264743" cy="1517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120"/>
              </a:lnSpc>
            </a:pPr>
            <a:r>
              <a:rPr lang="en-US" b="true" sz="4372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O QUE SE APLICA AO TERMO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394059" y="6798900"/>
            <a:ext cx="4247608" cy="1182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07"/>
              </a:lnSpc>
              <a:spcBef>
                <a:spcPct val="0"/>
              </a:spcBef>
            </a:pPr>
            <a:r>
              <a:rPr lang="en-US" sz="2219">
                <a:solidFill>
                  <a:srgbClr val="303642"/>
                </a:solidFill>
                <a:latin typeface="Poppins"/>
                <a:ea typeface="Poppins"/>
                <a:cs typeface="Poppins"/>
                <a:sym typeface="Poppins"/>
              </a:rPr>
              <a:t>Engenharia é a arte de manipular as pessoas psicológicamente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7020196" y="6798900"/>
            <a:ext cx="4247608" cy="11818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07"/>
              </a:lnSpc>
              <a:spcBef>
                <a:spcPct val="0"/>
              </a:spcBef>
            </a:pPr>
            <a:r>
              <a:rPr lang="en-US" sz="2219">
                <a:solidFill>
                  <a:srgbClr val="303642"/>
                </a:solidFill>
                <a:latin typeface="Poppins"/>
                <a:ea typeface="Poppins"/>
                <a:cs typeface="Poppins"/>
                <a:sym typeface="Poppins"/>
              </a:rPr>
              <a:t>O termo se popularizou antes dos anos 1990 graças ao </a:t>
            </a:r>
            <a:r>
              <a:rPr lang="en-US" b="true" sz="2219">
                <a:solidFill>
                  <a:srgbClr val="004AAD"/>
                </a:solidFill>
                <a:latin typeface="Poppins Bold"/>
                <a:ea typeface="Poppins Bold"/>
                <a:cs typeface="Poppins Bold"/>
                <a:sym typeface="Poppins Bold"/>
              </a:rPr>
              <a:t>Kevin Mitnick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2959842" y="6798900"/>
            <a:ext cx="4247608" cy="11818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79248" indent="-239624" lvl="1">
              <a:lnSpc>
                <a:spcPts val="3107"/>
              </a:lnSpc>
              <a:buFont typeface="Arial"/>
              <a:buChar char="•"/>
            </a:pPr>
            <a:r>
              <a:rPr lang="en-US" sz="2219">
                <a:solidFill>
                  <a:srgbClr val="303642"/>
                </a:solidFill>
                <a:latin typeface="Poppins"/>
                <a:ea typeface="Poppins"/>
                <a:cs typeface="Poppins"/>
                <a:sym typeface="Poppins"/>
              </a:rPr>
              <a:t>A urgência  e o Pânico</a:t>
            </a:r>
          </a:p>
          <a:p>
            <a:pPr algn="l" marL="479248" indent="-239624" lvl="1">
              <a:lnSpc>
                <a:spcPts val="3107"/>
              </a:lnSpc>
              <a:buFont typeface="Arial"/>
              <a:buChar char="•"/>
            </a:pPr>
            <a:r>
              <a:rPr lang="en-US" sz="2219">
                <a:solidFill>
                  <a:srgbClr val="303642"/>
                </a:solidFill>
                <a:latin typeface="Poppins"/>
                <a:ea typeface="Poppins"/>
                <a:cs typeface="Poppins"/>
                <a:sym typeface="Poppins"/>
              </a:rPr>
              <a:t>Autoridade</a:t>
            </a:r>
          </a:p>
          <a:p>
            <a:pPr algn="l" marL="479248" indent="-239624" lvl="1">
              <a:lnSpc>
                <a:spcPts val="3107"/>
              </a:lnSpc>
              <a:spcBef>
                <a:spcPct val="0"/>
              </a:spcBef>
              <a:buFont typeface="Arial"/>
              <a:buChar char="•"/>
            </a:pPr>
            <a:r>
              <a:rPr lang="en-US" sz="2219">
                <a:solidFill>
                  <a:srgbClr val="303642"/>
                </a:solidFill>
                <a:latin typeface="Poppins"/>
                <a:ea typeface="Poppins"/>
                <a:cs typeface="Poppins"/>
                <a:sym typeface="Poppins"/>
              </a:rPr>
              <a:t>Curiosidade ou Gânancia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028700" y="8997950"/>
            <a:ext cx="2514600" cy="260350"/>
            <a:chOff x="0" y="0"/>
            <a:chExt cx="662281" cy="6857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662281" cy="68570"/>
            </a:xfrm>
            <a:custGeom>
              <a:avLst/>
              <a:gdLst/>
              <a:ahLst/>
              <a:cxnLst/>
              <a:rect r="r" b="b" t="t" l="l"/>
              <a:pathLst>
                <a:path h="68570" w="662281">
                  <a:moveTo>
                    <a:pt x="0" y="0"/>
                  </a:moveTo>
                  <a:lnTo>
                    <a:pt x="662281" y="0"/>
                  </a:lnTo>
                  <a:lnTo>
                    <a:pt x="662281" y="68570"/>
                  </a:lnTo>
                  <a:lnTo>
                    <a:pt x="0" y="68570"/>
                  </a:ln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662281" cy="11619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595440" y="3827534"/>
            <a:ext cx="5340957" cy="2631932"/>
            <a:chOff x="0" y="0"/>
            <a:chExt cx="1406672" cy="69318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406672" cy="693184"/>
            </a:xfrm>
            <a:custGeom>
              <a:avLst/>
              <a:gdLst/>
              <a:ahLst/>
              <a:cxnLst/>
              <a:rect r="r" b="b" t="t" l="l"/>
              <a:pathLst>
                <a:path h="693184" w="1406672">
                  <a:moveTo>
                    <a:pt x="73926" y="0"/>
                  </a:moveTo>
                  <a:lnTo>
                    <a:pt x="1332745" y="0"/>
                  </a:lnTo>
                  <a:cubicBezTo>
                    <a:pt x="1373574" y="0"/>
                    <a:pt x="1406672" y="33098"/>
                    <a:pt x="1406672" y="73926"/>
                  </a:cubicBezTo>
                  <a:lnTo>
                    <a:pt x="1406672" y="619257"/>
                  </a:lnTo>
                  <a:cubicBezTo>
                    <a:pt x="1406672" y="638864"/>
                    <a:pt x="1398883" y="657667"/>
                    <a:pt x="1385019" y="671531"/>
                  </a:cubicBezTo>
                  <a:cubicBezTo>
                    <a:pt x="1371155" y="685395"/>
                    <a:pt x="1352352" y="693184"/>
                    <a:pt x="1332745" y="693184"/>
                  </a:cubicBezTo>
                  <a:lnTo>
                    <a:pt x="73926" y="693184"/>
                  </a:lnTo>
                  <a:cubicBezTo>
                    <a:pt x="54320" y="693184"/>
                    <a:pt x="35516" y="685395"/>
                    <a:pt x="21653" y="671531"/>
                  </a:cubicBezTo>
                  <a:cubicBezTo>
                    <a:pt x="7789" y="657667"/>
                    <a:pt x="0" y="638864"/>
                    <a:pt x="0" y="619257"/>
                  </a:cubicBezTo>
                  <a:lnTo>
                    <a:pt x="0" y="73926"/>
                  </a:lnTo>
                  <a:cubicBezTo>
                    <a:pt x="0" y="33098"/>
                    <a:pt x="33098" y="0"/>
                    <a:pt x="73926" y="0"/>
                  </a:cubicBez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1406672" cy="74080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3656824" y="1182339"/>
            <a:ext cx="10974352" cy="16069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451"/>
              </a:lnSpc>
            </a:pPr>
            <a:r>
              <a:rPr lang="en-US" b="true" sz="4608">
                <a:solidFill>
                  <a:srgbClr val="004AAD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COMO PROTEGER SUA VIDA DIGITAL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5338603" y="189902"/>
            <a:ext cx="7610794" cy="8387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92"/>
              </a:lnSpc>
            </a:pPr>
            <a:r>
              <a:rPr lang="en-US" b="true" sz="4851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MEDIDAS DE SEGURANÇA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828995" y="4187201"/>
            <a:ext cx="4873847" cy="18525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93"/>
              </a:lnSpc>
            </a:pPr>
            <a:r>
              <a:rPr lang="en-US" b="true" sz="3566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DESCONFIE DA URGÊNCIA E DA PRECISÃO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6473521" y="3827534"/>
            <a:ext cx="5340957" cy="2631932"/>
            <a:chOff x="0" y="0"/>
            <a:chExt cx="1406672" cy="693184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406672" cy="693184"/>
            </a:xfrm>
            <a:custGeom>
              <a:avLst/>
              <a:gdLst/>
              <a:ahLst/>
              <a:cxnLst/>
              <a:rect r="r" b="b" t="t" l="l"/>
              <a:pathLst>
                <a:path h="693184" w="1406672">
                  <a:moveTo>
                    <a:pt x="73926" y="0"/>
                  </a:moveTo>
                  <a:lnTo>
                    <a:pt x="1332745" y="0"/>
                  </a:lnTo>
                  <a:cubicBezTo>
                    <a:pt x="1373574" y="0"/>
                    <a:pt x="1406672" y="33098"/>
                    <a:pt x="1406672" y="73926"/>
                  </a:cubicBezTo>
                  <a:lnTo>
                    <a:pt x="1406672" y="619257"/>
                  </a:lnTo>
                  <a:cubicBezTo>
                    <a:pt x="1406672" y="638864"/>
                    <a:pt x="1398883" y="657667"/>
                    <a:pt x="1385019" y="671531"/>
                  </a:cubicBezTo>
                  <a:cubicBezTo>
                    <a:pt x="1371155" y="685395"/>
                    <a:pt x="1352352" y="693184"/>
                    <a:pt x="1332745" y="693184"/>
                  </a:cubicBezTo>
                  <a:lnTo>
                    <a:pt x="73926" y="693184"/>
                  </a:lnTo>
                  <a:cubicBezTo>
                    <a:pt x="54320" y="693184"/>
                    <a:pt x="35516" y="685395"/>
                    <a:pt x="21653" y="671531"/>
                  </a:cubicBezTo>
                  <a:cubicBezTo>
                    <a:pt x="7789" y="657667"/>
                    <a:pt x="0" y="638864"/>
                    <a:pt x="0" y="619257"/>
                  </a:cubicBezTo>
                  <a:lnTo>
                    <a:pt x="0" y="73926"/>
                  </a:lnTo>
                  <a:cubicBezTo>
                    <a:pt x="0" y="33098"/>
                    <a:pt x="33098" y="0"/>
                    <a:pt x="73926" y="0"/>
                  </a:cubicBez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47625"/>
              <a:ext cx="1406672" cy="74080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2586004" y="3827534"/>
            <a:ext cx="5340957" cy="2631932"/>
            <a:chOff x="0" y="0"/>
            <a:chExt cx="1406672" cy="693184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406672" cy="693184"/>
            </a:xfrm>
            <a:custGeom>
              <a:avLst/>
              <a:gdLst/>
              <a:ahLst/>
              <a:cxnLst/>
              <a:rect r="r" b="b" t="t" l="l"/>
              <a:pathLst>
                <a:path h="693184" w="1406672">
                  <a:moveTo>
                    <a:pt x="73926" y="0"/>
                  </a:moveTo>
                  <a:lnTo>
                    <a:pt x="1332745" y="0"/>
                  </a:lnTo>
                  <a:cubicBezTo>
                    <a:pt x="1373574" y="0"/>
                    <a:pt x="1406672" y="33098"/>
                    <a:pt x="1406672" y="73926"/>
                  </a:cubicBezTo>
                  <a:lnTo>
                    <a:pt x="1406672" y="619257"/>
                  </a:lnTo>
                  <a:cubicBezTo>
                    <a:pt x="1406672" y="638864"/>
                    <a:pt x="1398883" y="657667"/>
                    <a:pt x="1385019" y="671531"/>
                  </a:cubicBezTo>
                  <a:cubicBezTo>
                    <a:pt x="1371155" y="685395"/>
                    <a:pt x="1352352" y="693184"/>
                    <a:pt x="1332745" y="693184"/>
                  </a:cubicBezTo>
                  <a:lnTo>
                    <a:pt x="73926" y="693184"/>
                  </a:lnTo>
                  <a:cubicBezTo>
                    <a:pt x="54320" y="693184"/>
                    <a:pt x="35516" y="685395"/>
                    <a:pt x="21653" y="671531"/>
                  </a:cubicBezTo>
                  <a:cubicBezTo>
                    <a:pt x="7789" y="657667"/>
                    <a:pt x="0" y="638864"/>
                    <a:pt x="0" y="619257"/>
                  </a:cubicBezTo>
                  <a:lnTo>
                    <a:pt x="0" y="73926"/>
                  </a:lnTo>
                  <a:cubicBezTo>
                    <a:pt x="0" y="33098"/>
                    <a:pt x="33098" y="0"/>
                    <a:pt x="73926" y="0"/>
                  </a:cubicBez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47625"/>
              <a:ext cx="1406672" cy="74080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6590299" y="4188672"/>
            <a:ext cx="5107402" cy="18525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93"/>
              </a:lnSpc>
            </a:pPr>
            <a:r>
              <a:rPr lang="en-US" b="true" sz="3566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ATIVE A AUTENTICAÇÃO EM DUAS ESTAPAS (2FA)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2819559" y="4188672"/>
            <a:ext cx="4873847" cy="18525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93"/>
              </a:lnSpc>
            </a:pPr>
            <a:r>
              <a:rPr lang="en-US" b="true" sz="3566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CUIDADO COM LINKS E ARQUIVOS DESCONHECIDOS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028700" y="8997950"/>
            <a:ext cx="2514600" cy="260350"/>
            <a:chOff x="0" y="0"/>
            <a:chExt cx="662281" cy="6857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662281" cy="68570"/>
            </a:xfrm>
            <a:custGeom>
              <a:avLst/>
              <a:gdLst/>
              <a:ahLst/>
              <a:cxnLst/>
              <a:rect r="r" b="b" t="t" l="l"/>
              <a:pathLst>
                <a:path h="68570" w="662281">
                  <a:moveTo>
                    <a:pt x="0" y="0"/>
                  </a:moveTo>
                  <a:lnTo>
                    <a:pt x="662281" y="0"/>
                  </a:lnTo>
                  <a:lnTo>
                    <a:pt x="662281" y="68570"/>
                  </a:lnTo>
                  <a:lnTo>
                    <a:pt x="0" y="68570"/>
                  </a:ln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662281" cy="11619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3265919" y="3827534"/>
            <a:ext cx="5340957" cy="2631932"/>
            <a:chOff x="0" y="0"/>
            <a:chExt cx="1406672" cy="69318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406672" cy="693184"/>
            </a:xfrm>
            <a:custGeom>
              <a:avLst/>
              <a:gdLst/>
              <a:ahLst/>
              <a:cxnLst/>
              <a:rect r="r" b="b" t="t" l="l"/>
              <a:pathLst>
                <a:path h="693184" w="1406672">
                  <a:moveTo>
                    <a:pt x="73926" y="0"/>
                  </a:moveTo>
                  <a:lnTo>
                    <a:pt x="1332745" y="0"/>
                  </a:lnTo>
                  <a:cubicBezTo>
                    <a:pt x="1373574" y="0"/>
                    <a:pt x="1406672" y="33098"/>
                    <a:pt x="1406672" y="73926"/>
                  </a:cubicBezTo>
                  <a:lnTo>
                    <a:pt x="1406672" y="619257"/>
                  </a:lnTo>
                  <a:cubicBezTo>
                    <a:pt x="1406672" y="638864"/>
                    <a:pt x="1398883" y="657667"/>
                    <a:pt x="1385019" y="671531"/>
                  </a:cubicBezTo>
                  <a:cubicBezTo>
                    <a:pt x="1371155" y="685395"/>
                    <a:pt x="1352352" y="693184"/>
                    <a:pt x="1332745" y="693184"/>
                  </a:cubicBezTo>
                  <a:lnTo>
                    <a:pt x="73926" y="693184"/>
                  </a:lnTo>
                  <a:cubicBezTo>
                    <a:pt x="54320" y="693184"/>
                    <a:pt x="35516" y="685395"/>
                    <a:pt x="21653" y="671531"/>
                  </a:cubicBezTo>
                  <a:cubicBezTo>
                    <a:pt x="7789" y="657667"/>
                    <a:pt x="0" y="638864"/>
                    <a:pt x="0" y="619257"/>
                  </a:cubicBezTo>
                  <a:lnTo>
                    <a:pt x="0" y="73926"/>
                  </a:lnTo>
                  <a:cubicBezTo>
                    <a:pt x="0" y="33098"/>
                    <a:pt x="33098" y="0"/>
                    <a:pt x="73926" y="0"/>
                  </a:cubicBez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1406672" cy="74080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4254619" y="1787173"/>
            <a:ext cx="10974352" cy="16069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451"/>
              </a:lnSpc>
            </a:pPr>
            <a:r>
              <a:rPr lang="en-US" b="true" sz="4608">
                <a:solidFill>
                  <a:srgbClr val="004AAD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COMO PROTEGER SUA VIDA DIGITAL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5936397" y="752650"/>
            <a:ext cx="7610794" cy="8387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92"/>
              </a:lnSpc>
            </a:pPr>
            <a:r>
              <a:rPr lang="en-US" b="true" sz="4851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MEDIDAS DE SEGURANÇA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10897594" y="3881905"/>
            <a:ext cx="5299195" cy="2523190"/>
            <a:chOff x="0" y="0"/>
            <a:chExt cx="1395673" cy="664544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395673" cy="664544"/>
            </a:xfrm>
            <a:custGeom>
              <a:avLst/>
              <a:gdLst/>
              <a:ahLst/>
              <a:cxnLst/>
              <a:rect r="r" b="b" t="t" l="l"/>
              <a:pathLst>
                <a:path h="664544" w="1395673">
                  <a:moveTo>
                    <a:pt x="74509" y="0"/>
                  </a:moveTo>
                  <a:lnTo>
                    <a:pt x="1321164" y="0"/>
                  </a:lnTo>
                  <a:cubicBezTo>
                    <a:pt x="1362314" y="0"/>
                    <a:pt x="1395673" y="33359"/>
                    <a:pt x="1395673" y="74509"/>
                  </a:cubicBezTo>
                  <a:lnTo>
                    <a:pt x="1395673" y="590035"/>
                  </a:lnTo>
                  <a:cubicBezTo>
                    <a:pt x="1395673" y="631185"/>
                    <a:pt x="1362314" y="664544"/>
                    <a:pt x="1321164" y="664544"/>
                  </a:cubicBezTo>
                  <a:lnTo>
                    <a:pt x="74509" y="664544"/>
                  </a:lnTo>
                  <a:cubicBezTo>
                    <a:pt x="33359" y="664544"/>
                    <a:pt x="0" y="631185"/>
                    <a:pt x="0" y="590035"/>
                  </a:cubicBezTo>
                  <a:lnTo>
                    <a:pt x="0" y="74509"/>
                  </a:lnTo>
                  <a:cubicBezTo>
                    <a:pt x="0" y="33359"/>
                    <a:pt x="33359" y="0"/>
                    <a:pt x="74509" y="0"/>
                  </a:cubicBez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47625"/>
              <a:ext cx="1395673" cy="71216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3499474" y="4188672"/>
            <a:ext cx="4873847" cy="18525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93"/>
              </a:lnSpc>
            </a:pPr>
            <a:r>
              <a:rPr lang="en-US" b="true" sz="3566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MANTENHA OS DISPOSITIVOS ATUALIZADOS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1110268" y="4188672"/>
            <a:ext cx="4873847" cy="18525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93"/>
              </a:lnSpc>
            </a:pPr>
            <a:r>
              <a:rPr lang="en-US" b="true" sz="3566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A INTELIGÊNCIA ARTIFICIAL COMO ALIADA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59" r="0" b="-9259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698500" y="3124200"/>
            <a:ext cx="5245100" cy="1332778"/>
            <a:chOff x="0" y="0"/>
            <a:chExt cx="1381426" cy="35102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381426" cy="351020"/>
            </a:xfrm>
            <a:custGeom>
              <a:avLst/>
              <a:gdLst/>
              <a:ahLst/>
              <a:cxnLst/>
              <a:rect r="r" b="b" t="t" l="l"/>
              <a:pathLst>
                <a:path h="351020" w="1381426">
                  <a:moveTo>
                    <a:pt x="75277" y="0"/>
                  </a:moveTo>
                  <a:lnTo>
                    <a:pt x="1306148" y="0"/>
                  </a:lnTo>
                  <a:cubicBezTo>
                    <a:pt x="1326113" y="0"/>
                    <a:pt x="1345260" y="7931"/>
                    <a:pt x="1359377" y="22048"/>
                  </a:cubicBezTo>
                  <a:cubicBezTo>
                    <a:pt x="1373495" y="36166"/>
                    <a:pt x="1381426" y="55313"/>
                    <a:pt x="1381426" y="75277"/>
                  </a:cubicBezTo>
                  <a:lnTo>
                    <a:pt x="1381426" y="275742"/>
                  </a:lnTo>
                  <a:cubicBezTo>
                    <a:pt x="1381426" y="295707"/>
                    <a:pt x="1373495" y="314854"/>
                    <a:pt x="1359377" y="328971"/>
                  </a:cubicBezTo>
                  <a:cubicBezTo>
                    <a:pt x="1345260" y="343089"/>
                    <a:pt x="1326113" y="351020"/>
                    <a:pt x="1306148" y="351020"/>
                  </a:cubicBezTo>
                  <a:lnTo>
                    <a:pt x="75277" y="351020"/>
                  </a:lnTo>
                  <a:cubicBezTo>
                    <a:pt x="55313" y="351020"/>
                    <a:pt x="36166" y="343089"/>
                    <a:pt x="22048" y="328971"/>
                  </a:cubicBezTo>
                  <a:cubicBezTo>
                    <a:pt x="7931" y="314854"/>
                    <a:pt x="0" y="295707"/>
                    <a:pt x="0" y="275742"/>
                  </a:cubicBezTo>
                  <a:lnTo>
                    <a:pt x="0" y="75277"/>
                  </a:lnTo>
                  <a:cubicBezTo>
                    <a:pt x="0" y="55313"/>
                    <a:pt x="7931" y="36166"/>
                    <a:pt x="22048" y="22048"/>
                  </a:cubicBezTo>
                  <a:cubicBezTo>
                    <a:pt x="36166" y="7931"/>
                    <a:pt x="55313" y="0"/>
                    <a:pt x="75277" y="0"/>
                  </a:cubicBez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1381426" cy="39864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3741400" y="3124200"/>
            <a:ext cx="5118100" cy="1332778"/>
            <a:chOff x="0" y="0"/>
            <a:chExt cx="1347977" cy="35102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347977" cy="351020"/>
            </a:xfrm>
            <a:custGeom>
              <a:avLst/>
              <a:gdLst/>
              <a:ahLst/>
              <a:cxnLst/>
              <a:rect r="r" b="b" t="t" l="l"/>
              <a:pathLst>
                <a:path h="351020" w="1347977">
                  <a:moveTo>
                    <a:pt x="77145" y="0"/>
                  </a:moveTo>
                  <a:lnTo>
                    <a:pt x="1270832" y="0"/>
                  </a:lnTo>
                  <a:cubicBezTo>
                    <a:pt x="1291292" y="0"/>
                    <a:pt x="1310914" y="8128"/>
                    <a:pt x="1325382" y="22595"/>
                  </a:cubicBezTo>
                  <a:cubicBezTo>
                    <a:pt x="1339849" y="37063"/>
                    <a:pt x="1347977" y="56685"/>
                    <a:pt x="1347977" y="77145"/>
                  </a:cubicBezTo>
                  <a:lnTo>
                    <a:pt x="1347977" y="273874"/>
                  </a:lnTo>
                  <a:cubicBezTo>
                    <a:pt x="1347977" y="316480"/>
                    <a:pt x="1313438" y="351020"/>
                    <a:pt x="1270832" y="351020"/>
                  </a:cubicBezTo>
                  <a:lnTo>
                    <a:pt x="77145" y="351020"/>
                  </a:lnTo>
                  <a:cubicBezTo>
                    <a:pt x="34539" y="351020"/>
                    <a:pt x="0" y="316480"/>
                    <a:pt x="0" y="273874"/>
                  </a:cubicBezTo>
                  <a:lnTo>
                    <a:pt x="0" y="77145"/>
                  </a:lnTo>
                  <a:cubicBezTo>
                    <a:pt x="0" y="34539"/>
                    <a:pt x="34539" y="0"/>
                    <a:pt x="77145" y="0"/>
                  </a:cubicBez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1347977" cy="39864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4933297" y="3191597"/>
            <a:ext cx="8421405" cy="12653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334"/>
              </a:lnSpc>
            </a:pPr>
            <a:r>
              <a:rPr lang="en-US" b="true" sz="7382">
                <a:solidFill>
                  <a:srgbClr val="004AAD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OBRIGADA!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6481825" y="6318034"/>
            <a:ext cx="5324350" cy="22726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40"/>
              </a:lnSpc>
            </a:pPr>
            <a:r>
              <a:rPr lang="en-US" sz="3242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ANSELMO DE SOUZA</a:t>
            </a:r>
          </a:p>
          <a:p>
            <a:pPr algn="ctr">
              <a:lnSpc>
                <a:spcPts val="4540"/>
              </a:lnSpc>
            </a:pPr>
            <a:r>
              <a:rPr lang="en-US" sz="3242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DANIELLE IGNACIO</a:t>
            </a:r>
          </a:p>
          <a:p>
            <a:pPr algn="ctr">
              <a:lnSpc>
                <a:spcPts val="4540"/>
              </a:lnSpc>
            </a:pPr>
            <a:r>
              <a:rPr lang="en-US" sz="3242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GUILHERME COSTA</a:t>
            </a:r>
          </a:p>
          <a:p>
            <a:pPr algn="ctr">
              <a:lnSpc>
                <a:spcPts val="4540"/>
              </a:lnSpc>
            </a:pPr>
            <a:r>
              <a:rPr lang="en-US" sz="3242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PAULO MEI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DAHZCZKkegg</dc:identifier>
  <dcterms:modified xsi:type="dcterms:W3CDTF">2011-08-01T06:04:30Z</dcterms:modified>
  <cp:revision>1</cp:revision>
  <dc:title>Segurança</dc:title>
</cp:coreProperties>
</file>